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1d8270a2b548e8" /><Relationship Type="http://schemas.openxmlformats.org/officeDocument/2006/relationships/extended-properties" Target="/docProps/app.xml" Id="R9c63045875d44083" /><Relationship Type="http://schemas.openxmlformats.org/officeDocument/2006/relationships/officeDocument" Target="/ppt/presentation.xml" Id="R34673b3ccb6846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0c301f762348c5"/>
  </p:sldMasterIdLst>
  <p:notesMasterIdLst>
    <p:notesMasterId xmlns:r="http://schemas.openxmlformats.org/officeDocument/2006/relationships" r:id="R63f6692475bf47b6"/>
  </p:notesMasterIdLst>
  <p:sldIdLst>
    <p:sldId xmlns:r="http://schemas.openxmlformats.org/officeDocument/2006/relationships" id="256" r:id="R51ee72522ddf4175"/>
    <p:sldId xmlns:r="http://schemas.openxmlformats.org/officeDocument/2006/relationships" id="257" r:id="Rc631f783786a463a"/>
    <p:sldId xmlns:r="http://schemas.openxmlformats.org/officeDocument/2006/relationships" id="258" r:id="R9cce1be5566a40c3"/>
    <p:sldId xmlns:r="http://schemas.openxmlformats.org/officeDocument/2006/relationships" id="259" r:id="R5a659264e9bd4706"/>
    <p:sldId xmlns:r="http://schemas.openxmlformats.org/officeDocument/2006/relationships" id="260" r:id="R31574e6713ac4fc6"/>
    <p:sldId xmlns:r="http://schemas.openxmlformats.org/officeDocument/2006/relationships" id="261" r:id="R42f39ac5b6ab44f6"/>
    <p:sldId xmlns:r="http://schemas.openxmlformats.org/officeDocument/2006/relationships" id="262" r:id="R53b965ecd2ea480a"/>
    <p:sldId xmlns:r="http://schemas.openxmlformats.org/officeDocument/2006/relationships" id="263" r:id="R371e2981a0c44813"/>
    <p:sldId xmlns:r="http://schemas.openxmlformats.org/officeDocument/2006/relationships" id="264" r:id="Rc14b25922c8341a1"/>
    <p:sldId xmlns:r="http://schemas.openxmlformats.org/officeDocument/2006/relationships" id="265" r:id="R1f97eb531b19438f"/>
    <p:sldId xmlns:r="http://schemas.openxmlformats.org/officeDocument/2006/relationships" id="266" r:id="R328fcaaeea814e41"/>
    <p:sldId xmlns:r="http://schemas.openxmlformats.org/officeDocument/2006/relationships" id="267" r:id="Rdea74c8568014a34"/>
    <p:sldId xmlns:r="http://schemas.openxmlformats.org/officeDocument/2006/relationships" id="268" r:id="R12e339d9c4464c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cc6d677a4c4f00" /><Relationship Type="http://schemas.openxmlformats.org/officeDocument/2006/relationships/slideMaster" Target="/ppt/slideMasters/slideMaster1.xml" Id="Rb10c301f762348c5" /><Relationship Type="http://schemas.openxmlformats.org/officeDocument/2006/relationships/notesMaster" Target="/ppt/notesMasters/notesMaster1.xml" Id="R63f6692475bf47b6" /><Relationship Type="http://schemas.openxmlformats.org/officeDocument/2006/relationships/presProps" Target="/ppt/presProps.xml" Id="R31238c66caa44f41" /><Relationship Type="http://schemas.openxmlformats.org/officeDocument/2006/relationships/tableStyles" Target="/ppt/tableStyles.xml" Id="R4a27a04784ca454b" /><Relationship Type="http://schemas.openxmlformats.org/officeDocument/2006/relationships/slide" Target="/ppt/slides/slide1.xml" Id="R51ee72522ddf4175" /><Relationship Type="http://schemas.openxmlformats.org/officeDocument/2006/relationships/slide" Target="/ppt/slides/slide2.xml" Id="Rc631f783786a463a" /><Relationship Type="http://schemas.openxmlformats.org/officeDocument/2006/relationships/slide" Target="/ppt/slides/slide3.xml" Id="R9cce1be5566a40c3" /><Relationship Type="http://schemas.openxmlformats.org/officeDocument/2006/relationships/slide" Target="/ppt/slides/slide4.xml" Id="R5a659264e9bd4706" /><Relationship Type="http://schemas.openxmlformats.org/officeDocument/2006/relationships/slide" Target="/ppt/slides/slide5.xml" Id="R31574e6713ac4fc6" /><Relationship Type="http://schemas.openxmlformats.org/officeDocument/2006/relationships/slide" Target="/ppt/slides/slide6.xml" Id="R42f39ac5b6ab44f6" /><Relationship Type="http://schemas.openxmlformats.org/officeDocument/2006/relationships/slide" Target="/ppt/slides/slide7.xml" Id="R53b965ecd2ea480a" /><Relationship Type="http://schemas.openxmlformats.org/officeDocument/2006/relationships/slide" Target="/ppt/slides/slide8.xml" Id="R371e2981a0c44813" /><Relationship Type="http://schemas.openxmlformats.org/officeDocument/2006/relationships/slide" Target="/ppt/slides/slide9.xml" Id="Rc14b25922c8341a1" /><Relationship Type="http://schemas.openxmlformats.org/officeDocument/2006/relationships/slide" Target="/ppt/slides/slide10.xml" Id="R1f97eb531b19438f" /><Relationship Type="http://schemas.openxmlformats.org/officeDocument/2006/relationships/slide" Target="/ppt/slides/slide11.xml" Id="R328fcaaeea814e41" /><Relationship Type="http://schemas.openxmlformats.org/officeDocument/2006/relationships/slide" Target="/ppt/slides/slide12.xml" Id="Rdea74c8568014a34" /><Relationship Type="http://schemas.openxmlformats.org/officeDocument/2006/relationships/slide" Target="/ppt/slides/slide13.xml" Id="R12e339d9c4464c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bb413c560a46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5035747d754944" /><Relationship Type="http://schemas.openxmlformats.org/officeDocument/2006/relationships/notesMaster" Target="/ppt/notesMasters/notesMaster1.xml" Id="R0ca2b29a0ba441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63b881b11044e5" /><Relationship Type="http://schemas.openxmlformats.org/officeDocument/2006/relationships/notesMaster" Target="/ppt/notesMasters/notesMaster1.xml" Id="R374b8c8fb76d4b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c6303243464e64" /><Relationship Type="http://schemas.openxmlformats.org/officeDocument/2006/relationships/notesMaster" Target="/ppt/notesMasters/notesMaster1.xml" Id="Rce1d28e3b10b45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3482da64cd4e98" /><Relationship Type="http://schemas.openxmlformats.org/officeDocument/2006/relationships/notesMaster" Target="/ppt/notesMasters/notesMaster1.xml" Id="R4f54717e351e4e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6859ceeb574640" /><Relationship Type="http://schemas.openxmlformats.org/officeDocument/2006/relationships/notesMaster" Target="/ppt/notesMasters/notesMaster1.xml" Id="Re0bcea9ebb044e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953db2e14d4bd8" /><Relationship Type="http://schemas.openxmlformats.org/officeDocument/2006/relationships/notesMaster" Target="/ppt/notesMasters/notesMaster1.xml" Id="Rf3c1887b89574a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fa188eb1bb45b6" /><Relationship Type="http://schemas.openxmlformats.org/officeDocument/2006/relationships/notesMaster" Target="/ppt/notesMasters/notesMaster1.xml" Id="Reb76b17b0e5246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762f7f07114cf1" /><Relationship Type="http://schemas.openxmlformats.org/officeDocument/2006/relationships/notesMaster" Target="/ppt/notesMasters/notesMaster1.xml" Id="R7435be8c9af34e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d7ae5ab77e4a52" /><Relationship Type="http://schemas.openxmlformats.org/officeDocument/2006/relationships/notesMaster" Target="/ppt/notesMasters/notesMaster1.xml" Id="R241e71f4ae1744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32ef4639be444e" /><Relationship Type="http://schemas.openxmlformats.org/officeDocument/2006/relationships/notesMaster" Target="/ppt/notesMasters/notesMaster1.xml" Id="R9607c353591b49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2b19a3a8c2435d" /><Relationship Type="http://schemas.openxmlformats.org/officeDocument/2006/relationships/notesMaster" Target="/ppt/notesMasters/notesMaster1.xml" Id="Rd7c2ec18dc5d44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c009ccf86c40b1" /><Relationship Type="http://schemas.openxmlformats.org/officeDocument/2006/relationships/notesMaster" Target="/ppt/notesMasters/notesMaster1.xml" Id="R5bd9f039e6e04a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d72a9aeaba4afa" /><Relationship Type="http://schemas.openxmlformats.org/officeDocument/2006/relationships/notesMaster" Target="/ppt/notesMasters/notesMaster1.xml" Id="R632df0e49f5246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positioning the project as a mobile-first ordering and recommendation prototype for a small restaurant. Introduce the three recommendation signals and the QR-based access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FR_22049837.pdf, title page and Abstract</a:t>
            </a:r>
          </a:p>
          <a:p xmlns:a="http://schemas.openxmlformats.org/drawingml/2006/main">
            <a:r>
              <a:t>- Repository mobile customer interface evidence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four constraints: sparse history, cold start, hard restrictions, and weak transparency. Emphasise that the study evaluates observable recommendation behaviour, not sales or customer satisfaction.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FR_22049837.pdf, Sections 1.1–1.2</a:t>
            </a:r>
          </a:p>
          <a:p xmlns:a="http://schemas.openxmlformats.org/drawingml/2006/main">
            <a:r>
              <a:t>- Bondevik et al. (2024), DOI 10.1016/j.eswa.2023.122166</a:t>
            </a:r>
          </a:p>
          <a:p xmlns:a="http://schemas.openxmlformats.org/drawingml/2006/main">
            <a:r>
              <a:t>- Zhang &amp; Chen (2020), DOI 10.1561/1500000066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RQ1, RQ2, and RQ3 as three controlled evaluation paths. Connect them to the grouped objectives: build the artefact, implement explainable recommendation, and evaluate observable behaviour.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FR_22049837.pdf, Sections 1.3–1.4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customer journey from QR entry to checkout and the staff journey from Pending to Completed. Explain that only a completed basket becomes future historical recommendation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FR_22049837.pdf, project scope and workflow sections</a:t>
            </a:r>
          </a:p>
          <a:p xmlns:a="http://schemas.openxmlformats.org/drawingml/2006/main">
            <a:r>
              <a:t>- docs/report-evidence/2026-07-29/figure-4-6a-customer-order-submitted.png</a:t>
            </a:r>
          </a:p>
          <a:p xmlns:a="http://schemas.openxmlformats.org/drawingml/2006/main">
            <a:r>
              <a:t>- docs/report-evidence/2026-07-29/figure-4-6b-admin-live-order.png</a:t>
            </a:r>
          </a:p>
          <a:p xmlns:a="http://schemas.openxmlformats.org/drawingml/2006/main">
            <a:r>
              <a:t>- docs/report-evidence/2026-07-29/figure-4-6c-customer-status-updated.png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single-process deployment and the internal responsibility boundaries. Stress that routes, scoring, persistence, and presentation are separated even though the prototype remains lightweight.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FR_22049837.pdf, Section 3.4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with the hard eligibility gate: unavailable, selected, and disliked-ingredient dishes are removed before ranking. Then explain component scoring, adaptive weighting, deterministic ranking, diversity, and explanation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FR_22049837.pdf, recommendation design and implementation sections</a:t>
            </a:r>
          </a:p>
          <a:p xmlns:a="http://schemas.openxmlformats.org/drawingml/2006/main">
            <a:r>
              <a:t>- docs/ARCHITECTURE.md, Recommendation Flow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recommendation reason as an evidence trace. Distinguish ranking score from evidence confidence, and state clearly that confidence is not a probability that the customer will buy or like the dish.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FR_22049837.pdf, Sections 1.6, 3.4, and 5.3</a:t>
            </a:r>
          </a:p>
          <a:p xmlns:a="http://schemas.openxmlformats.org/drawingml/2006/main">
            <a:r>
              <a:t>- Zhang &amp; Chen (2020), DOI 10.1561/1500000066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Summarise the implemented customer, administrator, and evaluation capabilities. Keep the claim within the single-restaurant local prototype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FR_22049837.pdf, Chapter 4</a:t>
            </a:r>
          </a:p>
          <a:p xmlns:a="http://schemas.openxmlformats.org/drawingml/2006/main">
            <a:r>
              <a:t>- docs/report-evidence/2026-07-29/figure-4-7-mobile-390x844.png</a:t>
            </a:r>
          </a:p>
          <a:p xmlns:a="http://schemas.openxmlformats.org/drawingml/2006/main">
            <a:r>
              <a:t>- docs/report-evidence/2026-07-29/figure-4-6b-admin-live-order.png</a:t>
            </a:r>
          </a:p>
          <a:p xmlns:a="http://schemas.openxmlformats.org/drawingml/2006/main">
            <a:r>
              <a:t>- docs/report-evidence/2026-07-29/section-4-4/figure-4-12-method-comparison-interface.png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two measurements separate: 115 Rust implementation tests and 55 selected report-level requirement checks. Explain the category breakdown and the controlled local test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FR_22049837.pdf, Section 4.3</a:t>
            </a:r>
          </a:p>
          <a:p xmlns:a="http://schemas.openxmlformats.org/drawingml/2006/main">
            <a:r>
              <a:t>- docs/report-evidence/2026-07-29/SYSTEM_TESTING_RESULTS.md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rank changes to answer RQ1 and RQ2. Liked ingredients raised compatible dishes, disliked ingredients caused hard exclusion, and stronger co-order evidence could improve rank. Note that D09 stayed first because it was already at the top.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FR_22049837.pdf, Sections 4.4.1–4.4.2</a:t>
            </a:r>
          </a:p>
          <a:p xmlns:a="http://schemas.openxmlformats.org/drawingml/2006/main">
            <a:r>
              <a:t>- docs/report-evidence/2026-07-29/section-4-4/ingredient-impact-results.csv</a:t>
            </a:r>
          </a:p>
          <a:p xmlns:a="http://schemas.openxmlformats.org/drawingml/2006/main">
            <a:r>
              <a:t>- docs/report-evidence/2026-07-29/section-4-4/coorder-impact-results.csv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Hit@3: 20 percent for ingredient-only and 100 percent for co-order-only and fixed hybrid. Then show average rank and immediately state the five-case, fixed-profile experimental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FR_22049837.pdf, Section 4.4.3</a:t>
            </a:r>
          </a:p>
          <a:p xmlns:a="http://schemas.openxmlformats.org/drawingml/2006/main">
            <a:r>
              <a:t>- docs/report-evidence/2026-07-29/section-4-4/method-comparison-results.csv</a:t>
            </a:r>
          </a:p>
          <a:p xmlns:a="http://schemas.openxmlformats.org/drawingml/2006/main">
            <a:r>
              <a:t>- docs/report-evidence/2026-07-29/section-4-4/method-comparison-summary.csv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Balance the achieved technical contribution with the explicit research limitations. Connect each limitation to a concrete validation or engineering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FR_22049837.pdf, Sections 1.5, 5.3, and 5.4</a:t>
            </a:r>
          </a:p>
          <a:p xmlns:a="http://schemas.openxmlformats.org/drawingml/2006/main">
            <a:r>
              <a:t>- Bondevik et al. (2024), DOI 10.1016/j.eswa.2023.122166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Restate the central conclusion in one sentence and transition directly to the four-step live demonstration. Keep questions until after the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FR_22049837.pdf, Chapter 5</a:t>
            </a:r>
          </a:p>
          <a:p xmlns:a="http://schemas.openxmlformats.org/drawingml/2006/main">
            <a:r>
              <a:t>- Implemented customer and administrator interfaces in this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e37ad07104d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fd56cdd5564ea9" /><Relationship Type="http://schemas.openxmlformats.org/officeDocument/2006/relationships/slideLayout" Target="/ppt/slideLayouts/slideLayout1.xml" Id="R0c5c1b681baa44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5c1b681baa44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6a2db93b94fb5" /><Relationship Type="http://schemas.openxmlformats.org/officeDocument/2006/relationships/image" Target="/ppt/media/image.png" Id="R10a9ebca743b4045" /><Relationship Type="http://schemas.openxmlformats.org/officeDocument/2006/relationships/notesSlide" Target="/ppt/notesSlides/notesSlide1.xml" Id="Rc053f2688a6048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ee1a40efc4ba8" /><Relationship Type="http://schemas.openxmlformats.org/officeDocument/2006/relationships/image" Target="/ppt/media/image2.png" Id="Rcfd13dc3cf194f87" /><Relationship Type="http://schemas.openxmlformats.org/officeDocument/2006/relationships/notesSlide" Target="/ppt/notesSlides/notesSlide2.xml" Id="Ref8ddd75a2ae47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383f3aa6e4433" /><Relationship Type="http://schemas.openxmlformats.org/officeDocument/2006/relationships/image" Target="/ppt/media/image3.png" Id="Rcf8342f5011e4475" /><Relationship Type="http://schemas.openxmlformats.org/officeDocument/2006/relationships/notesSlide" Target="/ppt/notesSlides/notesSlide3.xml" Id="R934633ef2b1e4e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3be9a5f8e4b3e" /><Relationship Type="http://schemas.openxmlformats.org/officeDocument/2006/relationships/image" Target="/ppt/media/image4.png" Id="Rfb593bf889614a26" /><Relationship Type="http://schemas.openxmlformats.org/officeDocument/2006/relationships/notesSlide" Target="/ppt/notesSlides/notesSlide4.xml" Id="R3c60cf76d2da4a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b8849d1ec4703" /><Relationship Type="http://schemas.openxmlformats.org/officeDocument/2006/relationships/image" Target="/ppt/media/image5.png" Id="R08efdb6f4e914d7b" /><Relationship Type="http://schemas.openxmlformats.org/officeDocument/2006/relationships/notesSlide" Target="/ppt/notesSlides/notesSlide5.xml" Id="Rb4cdad2928dc42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3149d299b4309" /><Relationship Type="http://schemas.openxmlformats.org/officeDocument/2006/relationships/image" Target="/ppt/media/image6.png" Id="Rb1a0c9ea6bc44ab9" /><Relationship Type="http://schemas.openxmlformats.org/officeDocument/2006/relationships/notesSlide" Target="/ppt/notesSlides/notesSlide6.xml" Id="Rc7b0aee082a64d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6ab8db23f4c70" /><Relationship Type="http://schemas.openxmlformats.org/officeDocument/2006/relationships/image" Target="/ppt/media/image7.png" Id="R8db70d6658354967" /><Relationship Type="http://schemas.openxmlformats.org/officeDocument/2006/relationships/notesSlide" Target="/ppt/notesSlides/notesSlide7.xml" Id="Rc3c09701e5234f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f43a686254fc4" /><Relationship Type="http://schemas.openxmlformats.org/officeDocument/2006/relationships/image" Target="/ppt/media/image8.png" Id="R2506e2e8214e407f" /><Relationship Type="http://schemas.openxmlformats.org/officeDocument/2006/relationships/notesSlide" Target="/ppt/notesSlides/notesSlide8.xml" Id="R24fd7278d68642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86dd7549d4fb7" /><Relationship Type="http://schemas.openxmlformats.org/officeDocument/2006/relationships/image" Target="/ppt/media/image9.png" Id="Ra34352251fdf4335" /><Relationship Type="http://schemas.openxmlformats.org/officeDocument/2006/relationships/notesSlide" Target="/ppt/notesSlides/notesSlide9.xml" Id="R4f11f7ef62a144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e75aa01904c6a" /><Relationship Type="http://schemas.openxmlformats.org/officeDocument/2006/relationships/image" Target="/ppt/media/image10.png" Id="R36c5257c31d74d42" /><Relationship Type="http://schemas.openxmlformats.org/officeDocument/2006/relationships/notesSlide" Target="/ppt/notesSlides/notesSlide10.xml" Id="R6a32bf7b661446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459a8e96b464d" /><Relationship Type="http://schemas.openxmlformats.org/officeDocument/2006/relationships/image" Target="/ppt/media/image11.png" Id="Rbeeb84e3df934f75" /><Relationship Type="http://schemas.openxmlformats.org/officeDocument/2006/relationships/notesSlide" Target="/ppt/notesSlides/notesSlide11.xml" Id="R9bd8e6396f8946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e81b3d0684204" /><Relationship Type="http://schemas.openxmlformats.org/officeDocument/2006/relationships/image" Target="/ppt/media/image12.png" Id="R61944cb06f3f48d7" /><Relationship Type="http://schemas.openxmlformats.org/officeDocument/2006/relationships/notesSlide" Target="/ppt/notesSlides/notesSlide12.xml" Id="R1173763ccc6045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9fcad24504681" /><Relationship Type="http://schemas.openxmlformats.org/officeDocument/2006/relationships/image" Target="/ppt/media/image13.png" Id="R9de2128098b04bd3" /><Relationship Type="http://schemas.openxmlformats.org/officeDocument/2006/relationships/notesSlide" Target="/ppt/notesSlides/notesSlide13.xml" Id="R6a0a928a46db468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9ebca743b404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439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13dc3cf194f8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5546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342f5011e447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6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93bf889614a2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5371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fdb6f4e914d7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841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0c9ea6bc44ab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242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70d665835496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1015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6e2e8214e407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657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352251fdf433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751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5257c31d74d4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882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b84e3df934f7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132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44cb06f3f48d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8090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2128098b04bd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208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2026-08-11T14:57:16.1910000Z</dcterms:created>
  <dcterms:modified xsi:type="dcterms:W3CDTF">2026-08-11T14:57:16.1910000Z</dcterms:modified>
</coreProperties>
</file>